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UNE ATTAQUE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1A"/>
                </a:solidFill>
                <a:latin typeface="Helvetica Neue"/>
              </a:rPr>
              <a:t>DEUX CASES. UN SEUL ÉCRAN.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A3B8"/>
                </a:solidFill>
                <a:latin typeface="Helvetica Neue"/>
              </a:rPr>
              <a:t>Case 230406  ·  Posture  ·  Critical  ·  Score 83/100  ·  234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BA3B8"/>
                </a:solidFill>
                <a:latin typeface="Helvetica Neue"/>
              </a:rPr>
              <a:t>Case 229972  ·  Runtime  ·  High  ·  Score 70/100  ·  15 alerts  ·  6 tactiques MITRE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F6A"/>
                </a:solidFill>
                <a:latin typeface="Helvetica Neue"/>
              </a:rPr>
              <a:t>Cortex Cloud  ·  GKE Cluster  ·  7 septembre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309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6B1A"/>
                </a:solidFill>
                <a:latin typeface="Helvetica Neue"/>
              </a:rPr>
              <a:t>Palo Alto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1A"/>
                </a:solidFill>
                <a:latin typeface="Helvetica Neue"/>
              </a:rPr>
              <a:t>CASE 230406  ·  POSTURE  · 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07:20:31 — Le risque était documenté.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6B1A"/>
                </a:solidFill>
                <a:latin typeface="Helvetica Neue"/>
              </a:rPr>
              <a:t>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A3B8"/>
                </a:solidFill>
                <a:latin typeface="Helvetica Neue"/>
              </a:rPr>
              <a:t>signaux de risque
sur un seul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965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53935"/>
                </a:solidFill>
                <a:latin typeface="Helvetica Neue"/>
              </a:rPr>
              <a:t>165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880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A3B8"/>
                </a:solidFill>
                <a:latin typeface="Helvetica Neue"/>
              </a:rPr>
              <a:t>findings
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B300"/>
                </a:solidFill>
                <a:latin typeface="Helvetica Neue"/>
              </a:rPr>
              <a:t>83/100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80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A3B8"/>
                </a:solidFill>
                <a:latin typeface="Helvetica Neue"/>
              </a:rPr>
              <a:t>score de risque
agrégé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1672" cy="1905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3566160" cy="237744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  <a:latin typeface="Helvetica Neue"/>
              </a:rPr>
              <a:t>CVE-2022-22965  CVSS 9.8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Helvetica Neue"/>
              </a:rPr>
              <a:t>spring-webmvc 5.3.15 — réellement chargé en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886200"/>
            <a:ext cx="3566160" cy="237744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  <a:latin typeface="Helvetica Neue"/>
              </a:rPr>
              <a:t>pod privileged + hostNetwork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Helvetica Neue"/>
              </a:rPr>
              <a:t>combinaison qui rend nsenter possible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886200"/>
            <a:ext cx="3566160" cy="237744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  <a:latin typeface="Helvetica Neue"/>
              </a:rPr>
              <a:t>node exposé sur Internet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Helvetica Neue"/>
              </a:rPr>
              <a:t>Cloud Network Analyzer — IP publique détectée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D5A"/>
                </a:solidFill>
                <a:latin typeface="Helvetica Neue"/>
              </a:rPr>
              <a:t>Sources : Cloud Network Analyzer · Compute Policy · CSPM Scanner · Vulnerability Policy · Attack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Helvetica Neue"/>
              </a:rPr>
              <a:t>CASE 229972  ·  RUNTIME  ·  HIGH  ·  7 SEPTEMBRE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Helvetica Neue"/>
              </a:rPr>
              <a:t>L'attaque — minute par minute.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91672" cy="190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1874519"/>
            <a:ext cx="25400" cy="4389120"/>
          </a:xfrm>
          <a:prstGeom prst="rect">
            <a:avLst/>
          </a:prstGeom>
          <a:solidFill>
            <a:srgbClr val="22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12848" y="1901952"/>
            <a:ext cx="228600" cy="228600"/>
          </a:xfrm>
          <a:prstGeom prst="rect">
            <a:avLst/>
          </a:prstGeom>
          <a:solidFill>
            <a:srgbClr val="9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A3B8"/>
                </a:solidFill>
                <a:latin typeface="Courier New"/>
              </a:rPr>
              <a:t>07:20:31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BA3B8"/>
                </a:solidFill>
                <a:latin typeface="Helvetica Neue"/>
              </a:rPr>
              <a:t>Case 230406 créé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4884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234 signaux posture disponibles — 48 min avant l'exploit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2651760"/>
            <a:ext cx="228600" cy="228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08:08:13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78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  <a:latin typeface="Helvetica Neue"/>
              </a:rPr>
              <a:t>Suspicious Input Deserialization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8986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Spring4Shell déclenché — XDR Agent — premier exploit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3401568"/>
            <a:ext cx="228600" cy="2286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3284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08:08:31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3284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1A"/>
                </a:solidFill>
                <a:latin typeface="Helvetica Neue"/>
              </a:rPr>
              <a:t>Kubernetes nsenter escape 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484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T1611 · Escape to Host · 18 SECONDES après le 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2848" y="4151376"/>
            <a:ext cx="228600" cy="228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78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08:09:13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0782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  <a:latin typeface="Helvetica Neue"/>
              </a:rPr>
              <a:t>Local Analysis Malware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39826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/tmp/wildfire-test · ELF · WildFire identifié immédiatement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12848" y="4901184"/>
            <a:ext cx="228600" cy="228600"/>
          </a:xfrm>
          <a:prstGeom prst="rect">
            <a:avLst/>
          </a:prstGeom>
          <a:solidFill>
            <a:srgbClr val="9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28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A3B8"/>
                </a:solidFill>
                <a:latin typeface="Courier New"/>
              </a:rPr>
              <a:t>08:29:53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828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B300"/>
                </a:solidFill>
                <a:latin typeface="Helvetica Neue"/>
              </a:rPr>
              <a:t>Deuxième vague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480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Suspicious Input Deserialization — l'attaque recommence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12848" y="5650992"/>
            <a:ext cx="228600" cy="228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20:58:49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  <a:latin typeface="Helvetica Neue"/>
              </a:rPr>
              <a:t>Kubectl-Based Cluster Enumeration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89788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Helvetica Neue"/>
              </a:rPr>
              <a:t>kubectl depuis le pod · TA0008 Lateral Movement · Corrélation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D5A"/>
                </a:solidFill>
                <a:latin typeface="Helvetica Neue"/>
              </a:rPr>
              <a:t>15 alerts  ·  1 case  ·  TA0002 TA0003 TA0004 TA0007 TA0008 TA0043  ·  Sources : XDR Agent · XDR Analytics BIOC · Correlation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BA3B8"/>
                </a:solidFill>
                <a:latin typeface="Helvetica Neue"/>
              </a:rPr>
              <a:t>De la désérialisation au container escape.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6B1A"/>
                </a:solidFill>
                <a:latin typeface="Helvetica Neue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Helvetica Neue"/>
              </a:rPr>
              <a:t>secondes.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9966960" cy="219456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Courier New"/>
              </a:rPr>
              <a:t>08:08:13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Suspicious Input Deserialization  (Spring4Shell 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15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1A"/>
                </a:solidFill>
                <a:latin typeface="Courier New"/>
              </a:rPr>
              <a:t>08:08:31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3159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42"/>
                </a:solidFill>
                <a:latin typeface="Courier New"/>
              </a:rPr>
              <a:t>nsenter --target 1 --mount --uts --ipc --net --pid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00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Courier New"/>
              </a:rPr>
              <a:t>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7000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B300"/>
                </a:solidFill>
                <a:latin typeface="Courier New"/>
              </a:rPr>
              <a:t>curl http://169.254.169.254/latest/api/token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1297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3B8"/>
                </a:solidFill>
                <a:latin typeface="Courier New"/>
              </a:rPr>
              <a:t>08:09:13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1297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3935"/>
                </a:solidFill>
                <a:latin typeface="Courier New"/>
              </a:rPr>
              <a:t>Local Analysis Malware  →  /tmp/wildfire-test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D5A"/>
                </a:solidFill>
                <a:latin typeface="Helvetica Neue"/>
              </a:rPr>
              <a:t>T1611 — Escape to Host  ·  XDR Analytics BIOC  ·  Détecté à la seconde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Ce que vos outils ont vu pendant ces 12 heures.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03520" cy="4846320"/>
          </a:xfrm>
          <a:prstGeom prst="rect">
            <a:avLst/>
          </a:prstGeom>
          <a:solidFill>
            <a:srgbClr val="0E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A3B8"/>
                </a:solidFill>
                <a:latin typeface="Helvetica Neue"/>
              </a:rPr>
              <a:t>SIEM / CNAPP classique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4937760" cy="19050"/>
          </a:xfrm>
          <a:prstGeom prst="rect">
            <a:avLst/>
          </a:prstGeom>
          <a:solidFill>
            <a:srgbClr val="22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222C44"/>
                </a:solidFill>
                <a:latin typeface="Helvetica Neue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D5A"/>
                </a:solidFill>
                <a:latin typeface="Helvetica Neue"/>
              </a:rPr>
              <a:t>Ou : 234 findings dans
un rapport hebdomadaire.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00" cy="4846320"/>
          </a:xfrm>
          <a:prstGeom prst="rect">
            <a:avLst/>
          </a:prstGeom>
          <a:solidFill>
            <a:srgbClr val="0E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1A"/>
                </a:solidFill>
                <a:latin typeface="Helvetica Neue"/>
              </a:rPr>
              <a:t>Cortex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5120640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07:20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  <a:latin typeface="Helvetica Neue"/>
              </a:rPr>
              <a:t>Case 230406 — 48 min d'avance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08:08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017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1A"/>
                </a:solidFill>
                <a:latin typeface="Helvetica Neue"/>
              </a:rPr>
              <a:t>Spring4Shell détecté à la seconde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657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08:08 +18s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657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3935"/>
                </a:solidFill>
                <a:latin typeface="Helvetica Neue"/>
              </a:rPr>
              <a:t>nsenter capturé  (T1611)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08:09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3935"/>
                </a:solidFill>
                <a:latin typeface="Helvetica Neue"/>
              </a:rPr>
              <a:t>Malware nommé  (/tmp/wildfire-test)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08:29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B300"/>
                </a:solidFill>
                <a:latin typeface="Helvetica Neue"/>
              </a:rPr>
              <a:t>Deuxième vague corrélée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577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A3B8"/>
                </a:solidFill>
                <a:latin typeface="Courier New"/>
              </a:rPr>
              <a:t>20:58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42"/>
                </a:solidFill>
                <a:latin typeface="Helvetica Neue"/>
              </a:rPr>
              <a:t>Énumération cluster — Correlation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1A"/>
                </a:solidFill>
                <a:latin typeface="Helvetica Neue"/>
              </a:rPr>
              <a:t>Un seul case · Même console · Même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Même data lake.
Même console. Même timeline.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486400" cy="347472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48640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1A"/>
                </a:solidFill>
                <a:latin typeface="Helvetica Neue"/>
              </a:rPr>
              <a:t>CASE 230406  ·  POSTURE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1A"/>
                </a:solidFill>
                <a:latin typeface="Helvetica Neue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34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83/100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A3B8"/>
                </a:solidFill>
                <a:latin typeface="Helvetica Neue"/>
              </a:rPr>
              <a:t>234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A3B8"/>
                </a:solidFill>
                <a:latin typeface="Helvetica Neue"/>
              </a:rPr>
              <a:t>CVE-2022-22965 · privileged pod · node exposé
Cloud Network Analyzer · CSPM · Vuln Policy
→  48 min avant le premier exploit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286000"/>
            <a:ext cx="5486400" cy="3474720"/>
          </a:xfrm>
          <a:prstGeom prst="rect">
            <a:avLst/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286000"/>
            <a:ext cx="548640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Helvetica Neue"/>
              </a:rPr>
              <a:t>CASE 229972  · 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3935"/>
                </a:solidFill>
                <a:latin typeface="Helvetica Neue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70/100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9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A3B8"/>
                </a:solidFill>
                <a:latin typeface="Helvetica Neue"/>
              </a:rPr>
              <a:t>15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375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A3B8"/>
                </a:solidFill>
                <a:latin typeface="Helvetica Neue"/>
              </a:rPr>
              <a:t>nsenter T1611 · wildfire-test malware
XDR Agent · Analytics BIOC · Correlation
→  Détection en 18 secondes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4360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1A"/>
                </a:solidFill>
                <a:latin typeface="Helvetica Neue"/>
              </a:rPr>
              <a:t>Du risque théorique à l'attaque réelle — sans changer d'écran.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9BA3B8"/>
                </a:solidFill>
                <a:latin typeface="Helvetica Neue"/>
              </a:rPr>
              <a:t>La question n'est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Helvetica Neue"/>
              </a:rPr>
              <a:t>"Est-ce que vous pouvez être attaqué ?"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1091672" cy="1905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9BA3B8"/>
                </a:solidFill>
                <a:latin typeface="Helvetica Neue"/>
              </a:rPr>
              <a:t>La question 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B1A"/>
                </a:solidFill>
                <a:latin typeface="Helvetica Neue"/>
              </a:rPr>
              <a:t>"En combien de secondes le saurez-vous 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D5A"/>
                </a:solidFill>
                <a:latin typeface="Helvetica Neue"/>
              </a:rPr>
              <a:t>Cortex Cloud  ·  adeo.xdr.eu.paloaltonetworks.com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