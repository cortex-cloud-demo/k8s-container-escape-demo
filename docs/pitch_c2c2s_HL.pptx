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HOW TO EXPORT
==================================================================
Install Marp CLI once:
  npm install -g @marp-team/marp-cli
Export to PowerPoint (.pptx):
  marp docs/pitch-code-to-cloud-to-soc.md --pptx -o docs/pitch.pptx
Export to PDF:
  marp docs/pitch-code-to-cloud-to-soc.md --pdf -o docs/pitch.pdf
Export to HTML (standalone, navigable in browser):
  marp docs/pitch-code-to-cloud-to-soc.md --html -o docs/pitch.html
Google Slides:
  1. Generate .pptx (command above)
  2. Upload to Google Drive
  3. Right-click → Open with → Google Slides → File → Save as Google Slides
Speaker notes (FR script in HTML comments) are preserved in the .pptx
export and visible in PowerPoint's "Notes" pane.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FR (1 min) :
"Bonjour à tous. Aujourd'hui, je vais vous montrer comment Cortex Cloud
permet à vos clients de voir une attaque cloud-native se dérouler en
temps réel, et surtout — c'est ça le point clé — de la stopper
automatiquement, sans intervention humaine, en moins d'une minute.
Cette démo, vous allez pouvoir la rejouer chez vos clients en 15 minutes
chrono. C'est un outil commercial puissant."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FR (1 min30) :
"Les chiffres parlent d'eux-mêmes. 95% des organisations ont subi un
incident cloud sur les 12 derniers mois. Le temps moyen pour détecter
ET contenir une brèche reste de 277 jours — neuf mois. Et le coût
moyen d'une brèche cloud atteint 4,9 millions de dollars.
La réalité : l'attaque ne vient plus du périmètre. Elle vient de
l'intérieur — d'une mauvaise config, d'une identité compromise,
d'un container qui s'échappe. Vos clients le savent. Ils cherchent
une réponse."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FR (2 min) :
"Voilà le vrai problème de vos clients : ils achètent des outils de
sécurité, mais ils ne testent jamais s'ils marchent vraiment.
Pourquoi ? Parce que c'est dur — il faut des compétences offensives
que les équipes défensives n'ont pas. Parce que c'est risqué — on ne
joue pas une attaque en prod. Parce que monter un lab prend des mois.
Et parce qu'avec 5 ou 6 outils empilés, personne ne sait qui détecte
quoi. Conclusion : ils découvrent que leur stack ne marche pas... le
jour de la vraie attaque. C'est exactement ce que Cortex Cloud résout."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FR (1 min30) :
"Cortex Cloud, c'est trois moments, une seule plateforme.
Avant l'attaque : on trouve les vulnérabilités dans le code, avant qu'elles
n'arrivent en prod. C'est le shift-left.
Pendant l'attaque : on voit ce qui se passe en temps réel, sur chaque
workload, chaque identité, chaque cloud.
Après — ou plutôt PENDANT, parce qu'on parle de quelques secondes : on
contient et on remédie automatiquement.
La différence avec la concurrence : un seul agent, une seule console,
une seule donnée partagée entre les trois moments. Pas de silo."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FR (1 min30) :
"La démo en elle-même : on lance une attaque réaliste — pas un truc
artificiel, un scénario que vos clients vivent vraiment — qui part
d'une appli web vulnérable, qui s'échappe du conteneur, qui prend
le contrôle du cluster. En face, Cortex Cloud réagit en temps réel :
alertes contextualisées, corrélation automatique entre les couches,
playbooks qui se déclenchent seuls, et workload coupé en quelques
secondes. Tout ça en un clic dans le dashboard. C'est le 'wow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FR (2 min) :
"Côté détection, Cortex Cloud voit toute la chaîne d'attaque, pas
juste un bout. Les vulnérabilités côté code, les mauvaises configs
côté cloud, le comportement runtime sur chaque workload, l'abus
d'identité entre comptes AWS, et le mouvement latéral en temps réel.
Tout converge dans une seule console, avec une seule timeline, mappée
nativement sur MITRE ATT&amp;CK. Le résultat : l'analyste ne perd plus
des heures à reconstituer ce qui s'est passé. Cortex lui livre
l'histoire complète, déjà assemblée. C'est ça qui change la vie d'un
SOC."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FR (2 min) :
"Et c'est là le vrai différentiateur de Cortex Cloud : on ne se contente
pas de détecter, on RÉPOND. Automatiquement. Le workflow : détection
multi-source, enrichissement forensique automatique, décision via
playbook, action immédiate. Le workload compromis est isolé, le process
malicieux tué, les tokens volés révoqués, l'image vulnérable bloquée
au redéploiement. Tout ça en moins de 60 secondes, sans intervention
humaine, 24/7, de manière 100% reproductible. Comparez ça aux 277 jours
de moyenne du marché. Le ROI est immédiat."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FR (1 min30) :
"Ce tableau est celui que vous devez laisser à votre interlocuteur.
Avant Cortex : vulnérabilités en prod, visibilité fragmentée, détection
en heures ou jours, réponse manuelle, MTTR en jours, compliance en mode
panique annuelle, équipes saturées d'alertes.
Après Cortex : tout est inversé. Détection en secondes, réponse
automatisée, MTTR en moins d'une minute, posture continue.
Le message à retenir : on passe d'une sécurité réactive et manuelle
à une sécurité proactive et autonome. C'est la promesse, et c'est
exactement ce que la démo prouve."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FR (1 min30) :
"Pourquoi cette démo est un game-changer pour vous :
Côté commercial — c'est un asset rejouable en un clic chez n'importe
quel client, en 15 minutes, sur n'importe quel Kubernetes. Pas
d'installation, pas de prérequis lourds.
Côté stratégique — vos concurrents montrent une seule couche, vous
montrez toute la chaîne. C'est ce qui justifie la consolidation
CNAPP + XDR + SOAR, c'est ce qui ouvre les gros deals, c'est ce qui
vous différencie.
Le message : vous ne vendez plus un outil, vous vendez un résultat —
et vous pouvez le prouver en 15 minutes devant le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FR (1 min) :
"Les prochaines étapes, très concrètement :
Pour un POV client : on a besoin d'une à deux heures de leur temps,
on fournit l'environnement, et le client repart avec une démo live
et un rapport personnalisé sur sa posture.
Pour votre équipe : on forme vos pré-sales sur le flow de démo,
on vous accompagne en co-selling, et on vous donne accès au repo
d'enablement partenaire.
Toutes les ressources sont prêtes — vidéo, architecture, ce deck,
guide pas-à-pas. Contactez votre channel SE Palo Alto et on 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FR — anticipez ces questions Q&amp;A :
1. "Combien de temps pour déployer chez un client ?"
   → Environnement de démo prêt en 20-30 min. POV avec données client :
     1 à 2 jours selon scope.
2. "Sur quels clouds ça marche ?"
   → AWS, GCP, Azure, et n'importe quel Kubernetes (on-prem inclus).
     La démo couvre AWS et on-prem aujourd'hui.
3. "Quelle différence vs Wiz, CrowdStrike, Sysdig ?"
   → Wiz : posture cloud uniquement, pas de runtime ni de SOC.
   → CrowdStrike : excellent endpoint, faible côté cloud-native.
   → Sysdig : runtime correct, pas de plateforme SOC unifiée.
   → Cortex Cloud : la seule plateforme qui couvre code + cloud + SOC
     avec un seul agent et une seule donnée.
4. "Le client doit avoir tout l'écosystème Cortex pour en bénéficier ?"
   → Non. On peut commencer par une brique (CNAPP ou XDR) et étendre.
     Mais la vraie valeur — la chaîne complète — vient de la plateforme
     unifiée. C'est l'objectif de l'upsell.
5. "Quel est le pricing ?"
   → Modèle par workload + endpoint. Renvoyez vers votre channel manager
     pour un devis personnalisé.
6. "Combien de temps pour qu'un client soit autonome dessus ?"
   → Onboarding standard : 2 à 4 semaines avec accompagnement Pro Services
     ou partenaire certifié.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Code to Cloud to SOC**</dc:title>
  <dc:subject>PptxGenJS Presentation</dc:subject>
  <dc:creator>Created by Marp</dc:creator>
  <cp:lastModifiedBy>Created by Marp</cp:lastModifiedBy>
  <cp:revision>1</cp:revision>
  <dcterms:created xsi:type="dcterms:W3CDTF">2026-06-08T09:50:59Z</dcterms:created>
  <dcterms:modified xsi:type="dcterms:W3CDTF">2026-06-08T09:50:59Z</dcterms:modified>
</cp:coreProperties>
</file>